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HRL INTERNATIONAL PRIVATE LIMITED</a:t>
            </a:r>
          </a:p>
          <a:p>
            <a:pPr>
              <a:spcAft>
                <a:spcPts val="1400"/>
              </a:spcAft>
              <a:defRPr sz="3200" b="1">
                <a:solidFill>
                  <a:srgbClr val="0F172A"/>
                </a:solidFill>
                <a:latin typeface="Arial"/>
              </a:defRPr>
            </a:pPr>
            <a:r>
              <a:t>Next-Generation Visual Computing &amp;</a:t>
            </a:r>
            <a:br/>
            <a:r>
              <a:t>Autonomous AI Post-Production Engine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Democratizing Hollywood-grade DaVinci Resolve OFX visual effects, ACES color science, and on-device AI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338328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FOUNDER &amp; MANAGING DIRECTOR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Pavan Kumar Sadashiv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B.E. Computer Science &amp; Engg (AI &amp; ML)</a:t>
            </a:r>
            <a:br/>
            <a:r>
              <a:t>Sahyadri College of Engg &amp; Management</a:t>
            </a:r>
            <a:br/>
            <a:r>
              <a:t>Mangaluru, Karnataka (Beyond Bengaluru Hub)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114800"/>
            <a:ext cx="338328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42976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SECTOR &amp; INITIATIVE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Deep-Tech / AVGC Sector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Make in India Indigenous Software</a:t>
            </a:r>
            <a:br/>
            <a:r>
              <a:t>Eligible for Startup India SISFS &amp;</a:t>
            </a:r>
            <a:br/>
            <a:r>
              <a:t>Karnataka ELEVATE Idea2POC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38328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2976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PROVEN TRACTION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2.5M+ Organic Reach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Blackmagic Design Certified</a:t>
            </a:r>
            <a:br/>
            <a:r>
              <a:t>JPMorgan Chase &amp; Deloitte Qualified</a:t>
            </a:r>
            <a:br/>
            <a:r>
              <a:t>Live Institutional Software Deployed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Executive Summary —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Bridging deep-tech visual computing with Hollywood-grade post-production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146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874519"/>
            <a:ext cx="2240280" cy="4114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22402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₹30k+ Cost Barrier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Studio-grade visual plugins &amp; VFX tools are prohibitively expensive for 95% of creators.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Compression Loss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Streaming &amp; render pipelines compress 4K 60FPS video, losing dynamic range.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Isolated Tools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Web AI tools lack native integration into editors like DaVinci Resolve.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737360"/>
            <a:ext cx="25146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2736" y="1874519"/>
            <a:ext cx="22402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THE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377440"/>
            <a:ext cx="22402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Native OFX Plugins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C++/CUDA/Metal plugins running inside DaVinci Resolve with zero cloud lag.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On-Device Depth AI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Neural depth estimation for real-time volumetric atmospheric effects.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12-Bit DPX Engine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Raw cinema log processing preserving Hollywood ACEScc dynamic range.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737360"/>
            <a:ext cx="25146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36792" y="1874519"/>
            <a:ext cx="2240280" cy="4114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MARKET &amp; 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377440"/>
            <a:ext cx="22402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$250B+ Market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Expanding global creator economy + $4.2B Indian AVGC sector.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2.5M+ Reach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Proven audience retention across creator channels (@hrlpremiumstudio).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SCEM Deployment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Institutional algorithmic scheduling engine deployed for 100+ faculty.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737360"/>
            <a:ext cx="25146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70848" y="1874519"/>
            <a:ext cx="2240280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THE ASK &amp;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377440"/>
            <a:ext cx="22402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Grant Focus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R&amp;D funding for GPU hardware testbeds &amp; real-time 4K optimization.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IP Protection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Filing Indian patents &amp; international trademark registrations.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</a:defRPr>
            </a:pPr>
            <a:r>
              <a:t>• Employment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Creating 8–12 direct high-skill C++/AI jobs in Tier-2 Karnataka.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MARKET PAIN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Problem — Bottlenecks in Modern Media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High software costs and disconnected AI workflows are crippling independent creators.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9202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Exorbitant Licensing Costs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560320"/>
            <a:ext cx="30175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Foreign VFX &amp; color grading suites cost ₹30,000 to ₹1,00,000+ per license.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Creates an insurmountable economic barrier for 95% of indie creators, students, and regional studios in India.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Forces creators onto pirated, unstable, or outdated software 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81144" y="192024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224" y="19202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Severe Video Quality Loss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2560320"/>
            <a:ext cx="30175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743200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Standard video workflows heavily compress 4K 60FPS high-framerate media.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Causes severe motion artifacts, jitter, and loss of cinema sensor dynamic range.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Lacks uncompressed 12-bit DPX raw frame processing on accessible creator machines.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7888" y="192024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8" y="19202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Fragmented AI Tooling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2560320"/>
            <a:ext cx="30175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743200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Most AI video tools operate as slow, standalone web wrappers.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Zero native integration into industry-standard Non-Linear Editors (NLEs) like DaVinci Resolve.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• Forces tedious multi-step manual export and upload workflows with high cloud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PROPRIETARY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Solution — Symmetrical Media-Tech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High-performance, hardware-accelerated software engineered for local GPU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920240"/>
            <a:ext cx="3017520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AI Cinematic Haze</a:t>
            </a:r>
          </a:p>
          <a:p>
            <a:pPr algn="ctr">
              <a:defRPr sz="950">
                <a:solidFill>
                  <a:srgbClr val="E0E7FF"/>
                </a:solidFill>
              </a:defRPr>
            </a:pPr>
            <a:r>
              <a:t>OpenFX Plugin for DaVinci Resolve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017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Native C++ / CUDA / Apple Metal (MSL) visual compute engine.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Embedded neural depth estimation (ONNX Runtime) computing real-time volumetric atmospheric scattering.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Strict Hollywood ACEScc color science &amp; 12-bit DPX sensor support.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100% real-time on-device GPU execution with zero cloud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81144" y="1920240"/>
            <a:ext cx="3017520" cy="7772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InvigiMatrix</a:t>
            </a:r>
          </a:p>
          <a:p>
            <a:pPr algn="ctr">
              <a:defRPr sz="950">
                <a:solidFill>
                  <a:srgbClr val="E0E7FF"/>
                </a:solidFill>
              </a:defRPr>
            </a:pPr>
            <a:r>
              <a:t>Institutional Optimization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834640"/>
            <a:ext cx="3017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Combinatorial NP-hard Constraint Satisfaction Problem (CSP) solver.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AI/ML Smart Batch Planner with dynamic K-Means clustering (k=3) &amp; Bayesian classifier for anti-cheating.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Zero-framework native Node.js + SQLite ACID-compliant architecture.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Live deployment at Sahyadri College (SCEM) for 100+ faculty.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47888" y="1920240"/>
            <a:ext cx="3017520" cy="7772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OmniTransform AI</a:t>
            </a:r>
          </a:p>
          <a:p>
            <a:pPr algn="ctr">
              <a:defRPr sz="950">
                <a:solidFill>
                  <a:srgbClr val="E0E7FF"/>
                </a:solidFill>
              </a:defRPr>
            </a:pPr>
            <a:r>
              <a:t>Autonomous Agentic Media Studio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834640"/>
            <a:ext cx="3017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Sub-75ms streaming neural voice synthesis (ElevenLabs integration).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Multi-agent autonomous fleet automating timeline sequencing, audio resonance, and syndication.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High-throughput REST API controllers &amp; distributed stream architecture.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Built-in client-side code security and reverse-engineering shields.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DEEP-TECH EXCELLENCE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Technical Architecture &amp; Core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Direct GPU-level execution combined with certified color science and enterprise security.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120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Layer 1: Low-Level GPU Compute Core</a:t>
            </a:r>
          </a:p>
          <a:p>
            <a:pPr>
              <a:spcAft>
                <a:spcPts val="200"/>
              </a:spcAft>
              <a:defRPr sz="1000" b="1">
                <a:solidFill>
                  <a:srgbClr val="0F172A"/>
                </a:solidFill>
              </a:defRPr>
            </a:pPr>
            <a:r>
              <a:t>C++17/20, Apple Metal Shading Language (MSL), NVIDIA CUDA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Direct hardware acceleration on Apple Silicon &amp; NVIDIA GPUs delivering 4K 60FPS real-time rendering without dropping frames.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52120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55848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Layer 2: On-Device AI Neural Inference</a:t>
            </a:r>
          </a:p>
          <a:p>
            <a:pPr>
              <a:spcAft>
                <a:spcPts val="200"/>
              </a:spcAft>
              <a:defRPr sz="1000" b="1">
                <a:solidFill>
                  <a:srgbClr val="0F172A"/>
                </a:solidFill>
              </a:defRPr>
            </a:pPr>
            <a:r>
              <a:t>Depth Anything AI, ONNX Runtime, Zero Cloud Dependency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Computes monocular optical depth maps locally in milliseconds, applying physically accurate volumetric haze in 3D scene space.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52120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Layer 3: Hollywood ACEScc Color Science</a:t>
            </a:r>
          </a:p>
          <a:p>
            <a:pPr>
              <a:spcAft>
                <a:spcPts val="200"/>
              </a:spcAft>
              <a:defRPr sz="1000" b="1">
                <a:solidFill>
                  <a:srgbClr val="0F172A"/>
                </a:solidFill>
              </a:defRPr>
            </a:pPr>
            <a:r>
              <a:t>Blackmagic DaVinci Resolve 21 Certified Architecture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Preserves uncompressed 12-bit DPX sensor data with wide-gamut ACEScc color science, eliminating clipping and banding.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4F46E5"/>
                </a:solidFill>
              </a:defRPr>
            </a:pPr>
            <a:r>
              <a:t>ARCHITECTURAL ADVANTAGE OVER INCUMBENTS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★ Zero Cloud Latency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Executes 100% on local user GPUs via Metal/CUDA, ensuring zero subscription server fees and instantaneous scrubbing.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★ No Bloatware / Zero-Framework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Clean C++ and native Node.js microservices avoiding bloated layers for maximum throughput and ACID compliance.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★ Enterprise Security Shield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Deloitte Australia-standard threat modeling with client-side anti-tamper shields protecting proprietary shader math.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★ Make in India Deep-Tech IP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Indigenous architecture replacing expensive foreign imports with domestic intellectual property.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MARKET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Market Opportunity — Sizing &amp; Growth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Riding the explosive wave of Indian and global creator economy expansion.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920240"/>
            <a:ext cx="91440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$250 Billion+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Global Creator &amp; Video Market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383280"/>
            <a:ext cx="30175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30175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Over 50M+ digital content creators worldwide.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$40B+ dedicated video editing and VFX plugin software sector.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Surge in demand for cinematic 4K 60FPS high-retention video production.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81144" y="1920240"/>
            <a:ext cx="914400" cy="3657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37744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$4.2 Billion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Indian AVGC &amp; Media Sector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3383280"/>
            <a:ext cx="30175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3520440"/>
            <a:ext cx="30175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India's Animation, Visual Effects, Gaming &amp; Comics (AVGC) ecosystem.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1.5M+ active digital video creators, YouTubers, and commercial editors in India.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Booming regional OTT and digital advertising industries.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47888" y="1920240"/>
            <a:ext cx="91440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37744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₹120 Crore</a:t>
            </a:r>
          </a:p>
          <a:p>
            <a:pPr>
              <a:defRPr sz="1100" b="1">
                <a:solidFill>
                  <a:srgbClr val="4F46E5"/>
                </a:solidFill>
              </a:defRPr>
            </a:pPr>
            <a:r>
              <a:t>36-Month Target Addressable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3383280"/>
            <a:ext cx="30175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3520440"/>
            <a:ext cx="30175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Targeting 50,000+ indie editors, post-production studios, and agencies in India.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Replacing ₹30,000+ foreign suites with accessible ₹499–₹2,499/mo subscriptions.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15% annual adoption growth across Tier-1 and Tier-2 Indian creative hubs.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COMMERCIAL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Business &amp; Monetization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Diversified revenue engine combining direct marketplace sales, SaaS, and B2B contracts.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920240"/>
            <a:ext cx="3017520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Direct Plugin Marketplace</a:t>
            </a:r>
          </a:p>
          <a:p>
            <a:pPr algn="ctr">
              <a:defRPr sz="950">
                <a:solidFill>
                  <a:srgbClr val="E0E7FF"/>
                </a:solidFill>
              </a:defRPr>
            </a:pPr>
            <a:r>
              <a:t>High-Margin Asset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017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Affordable one-time lifetime licenses for DaVinci Resolve &amp; After Effects OFX plugins.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Priced at ₹1,499 – ₹4,999 (disrupting ₹30,000+ imported packages).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Targeting freelance video editors and YouTube content creators.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High gross margins (&gt;90%) on digital software delivery.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81144" y="1920240"/>
            <a:ext cx="3017520" cy="7772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Creator All-Access SaaS</a:t>
            </a:r>
          </a:p>
          <a:p>
            <a:pPr algn="ctr">
              <a:defRPr sz="950">
                <a:solidFill>
                  <a:srgbClr val="E0E7FF"/>
                </a:solidFill>
              </a:defRPr>
            </a:pPr>
            <a:r>
              <a:t>Recurring Subscription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834640"/>
            <a:ext cx="3017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Monthly (₹499/mo) and Annual (₹4,999/yr) all-access subscription passes.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Unlimited access to new monthly VFX packs, preset updates, and neural AI tools.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Continuous recurring revenue with high customer lifetime value (LTV).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Automatic cloud synchronization for creative presets.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737360"/>
            <a:ext cx="33832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47888" y="1920240"/>
            <a:ext cx="3017520" cy="7772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Enterprise Media Retainers</a:t>
            </a:r>
          </a:p>
          <a:p>
            <a:pPr algn="ctr">
              <a:defRPr sz="950">
                <a:solidFill>
                  <a:srgbClr val="E0E7FF"/>
                </a:solidFill>
              </a:defRPr>
            </a:pPr>
            <a:r>
              <a:t>B2B &amp; Studio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834640"/>
            <a:ext cx="3017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Custom OFX pipeline development for regional film and ad production studios.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Media promotion and viral distribution contracts via @hrlflix network.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Enterprise software licensing for educational and training academies.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Annual support and bespoke algorithmic solver deployments.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PROVEN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Traction, Metrics &amp; Institutional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Measurable reach, certified technical rigor, and live production deployments.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1460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02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59669"/>
                </a:solidFill>
              </a:defRPr>
            </a:pPr>
            <a:r>
              <a:t>2.5M+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Organic Impressions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High-retention reach across creator channels (@hrlpremiumstudio, @hrlefx)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1737360"/>
            <a:ext cx="251460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2736" y="1828800"/>
            <a:ext cx="22402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2563EB"/>
                </a:solidFill>
              </a:defRPr>
            </a:pPr>
            <a:r>
              <a:t>100+ Faculty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Institutional Users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Live exam scheduling platform deployed at Sahyadri College (SCEM)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37360"/>
            <a:ext cx="251460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828800"/>
            <a:ext cx="22402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4F46E5"/>
                </a:solidFill>
              </a:defRPr>
            </a:pPr>
            <a:r>
              <a:t>Certified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Blackmagic Design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Certified DaVinci Resolve practitioner in ACEScc color science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1737360"/>
            <a:ext cx="251460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1828800"/>
            <a:ext cx="22402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D97706"/>
                </a:solidFill>
              </a:defRPr>
            </a:pPr>
            <a:r>
              <a:t>Audited Rigor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JPMorgan &amp; Deloitte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Software engineering &amp; cyber defense simulation qualifications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66160"/>
            <a:ext cx="5212080" cy="2743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48463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</a:defRPr>
            </a:pPr>
            <a:r>
              <a:t>ACADEMIC &amp; INCUBATION RECOGNITION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E-Cell Sahyadri × IIT Bombay Eureka! 2026 pitch participant.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End-to-end exam invigilation and anti-cheating batch planner deployed at SCEM.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Active student and faculty beta feedback loops powering algorithm optimization.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Eligible for Karnataka ELEVATE 2026 (Beyond Bengaluru - Mangaluru Hub).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566160"/>
            <a:ext cx="5212080" cy="2743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749039"/>
            <a:ext cx="48463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4F46E5"/>
                </a:solidFill>
              </a:defRPr>
            </a:pPr>
            <a:r>
              <a:t>LIVE PLATFORM &amp; ECOSYSTEM DEPLOYMENT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Live 4K 60FPS theater showcase running live on GitHub Pages worldwide.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SEO-dominated web infrastructure deployed at hrl-brand-seo.vercel.app.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Proprietary repositories: exam-invigilation-dsa-app, aether-engine, omnitransform.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Audited intellectual property filings and corporate brand registrations.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BARRIERS TO ENTRY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Competitive Moat — Defensible Advantages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Why incumbents and web wrappers cannot easily replicate our native software stack.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12080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563EB"/>
                </a:solidFill>
              </a:defRPr>
            </a:pPr>
            <a:r>
              <a:t>Native GPU vs. Slow Web Wrappers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Incumbents rely on slow cloud APIs with monthly recurring token fees.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HRL executes directly on local Metal/CUDA GPU shaders with 0ms latency and zero server operational costs.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737360"/>
            <a:ext cx="5212080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874520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</a:defRPr>
            </a:pPr>
            <a:r>
              <a:t>Certified Hollywood Color Science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Most software developers lack formal film and color science expertise.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Certified in Blackmagic Design DaVinci Resolve with strict ACEScc 12-bit DPX sensor preservation.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212080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7706"/>
                </a:solidFill>
              </a:defRPr>
            </a:pPr>
            <a:r>
              <a:t>100x Execution Velocity &amp; Zero-Bloat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Built without bloated third-party frameworks, ensuring hyper-fast binary execution and ACID transaction safety.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Proprietary algorithms (NP-hard CSP solvers, dynamic K-Means) engineered in-house.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114800"/>
            <a:ext cx="5212080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51960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F46E5"/>
                </a:solidFill>
              </a:defRPr>
            </a:pPr>
            <a:r>
              <a:t>Organic Creator Distribution Flywheel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2.5M+ active viewer community across channels gives instant zero-CAC distribution.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Continuous real-time creator feedback directly shapes product roadmaps and features.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MANAGEMENT &amp;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Founder &amp; Leadership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Combining deep algorithmic systems engineering with certified media post-production.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411480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37490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FOUNDER &amp; MANAGING DIRECTOR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Pavan Kumar Sadashiv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B.E. in Computer Science &amp; Engineering (AI &amp; ML) — Sahyadri College of Engineering &amp; Management (SCEM), Mangaluru.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Chief Architect &amp; Full-Stack Systems Engineer specializing in GPU visual computing, discrete optimization, and AI agents.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Location: Mangaluru, Dakshina Kannada, Karnataka (Beyond Bengaluru Tier-2 Hub).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737360"/>
            <a:ext cx="6309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1874520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63EB"/>
                </a:solidFill>
              </a:defRPr>
            </a:pPr>
            <a:r>
              <a:t>Blackmagic Design — DaVinci Resolve Certified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Validated technical mastery of Hollywood ACES color science, Node graph architectures, and OpenFX visual plugin integration.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246120"/>
            <a:ext cx="6309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3383280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4F46E5"/>
                </a:solidFill>
              </a:defRPr>
            </a:pPr>
            <a:r>
              <a:t>JPMorgan Chase &amp; Co. — Distributed Systems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Software engineering simulation qualification in Kafka distributed streaming, low-latency REST API design, and transaction integrity.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4754880"/>
            <a:ext cx="6309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892040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59669"/>
                </a:solidFill>
              </a:defRPr>
            </a:pPr>
            <a:r>
              <a:t>Deloitte Australia — Cyber Defense &amp; Governance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Enterprise cybersecurity qualification in threat modeling, perimeter defense, and intellectual property access governance.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FINANCIAL PLAN &amp; GRANT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Fund Utilization &amp;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Targeting ₹20L – ₹50L non-dilutive grant support (SISFS / Karnataka ELEVATE / EIR).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48640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5120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2563EB"/>
                </a:solidFill>
              </a:defRPr>
            </a:pPr>
            <a:r>
              <a:t>GRANT ALLOCATION BREAKDOWN (₹50 LAKHS)</a:t>
            </a:r>
          </a:p>
          <a:p>
            <a:pPr>
              <a:spcAft>
                <a:spcPts val="100"/>
              </a:spcAft>
              <a:defRPr sz="1100" b="1">
                <a:solidFill>
                  <a:srgbClr val="0F172A"/>
                </a:solidFill>
              </a:defRPr>
            </a:pPr>
            <a:r>
              <a:t>• Core R&amp;D &amp; Plugin Engineering (40%) — ₹20,00,000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DaVinci Resolve OFX C++/CUDA engine, ONNX depth models, and cross-platform packaging.</a:t>
            </a:r>
          </a:p>
          <a:p>
            <a:pPr>
              <a:spcAft>
                <a:spcPts val="100"/>
              </a:spcAft>
              <a:defRPr sz="1100" b="1">
                <a:solidFill>
                  <a:srgbClr val="0F172A"/>
                </a:solidFill>
              </a:defRPr>
            </a:pPr>
            <a:r>
              <a:t>• GPU Hardware &amp; Compute Lab (30%) — ₹15,00,000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Dedicated testbeds (Apple Silicon &amp; NVIDIA RTX) for real-time 4K 60FPS kernel optimization.</a:t>
            </a:r>
          </a:p>
          <a:p>
            <a:pPr>
              <a:spcAft>
                <a:spcPts val="100"/>
              </a:spcAft>
              <a:defRPr sz="1100" b="1">
                <a:solidFill>
                  <a:srgbClr val="0F172A"/>
                </a:solidFill>
              </a:defRPr>
            </a:pPr>
            <a:r>
              <a:t>• IP, Patents &amp; Trademark Filings (10%) — ₹5,00,000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Indian Patent Office (IPO) filings and Madrid Protocol international trademark protections.</a:t>
            </a:r>
          </a:p>
          <a:p>
            <a:pPr>
              <a:spcAft>
                <a:spcPts val="100"/>
              </a:spcAft>
              <a:defRPr sz="1100" b="1">
                <a:solidFill>
                  <a:srgbClr val="0F172A"/>
                </a:solidFill>
              </a:defRPr>
            </a:pPr>
            <a:r>
              <a:t>• Pilot Trials &amp; Market Launch (20%) — ₹10,00,000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Creator beta onboarding across Karnataka and nationwide media production houses.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737360"/>
            <a:ext cx="493776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457200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4F46E5"/>
                </a:solidFill>
              </a:defRPr>
            </a:pPr>
            <a:r>
              <a:t>18-MONTH EXECUTION ROADMAP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★ Months 1 – 6: Alpha Engine &amp; IP Filing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Complete C++/Metal/CUDA OFX plugin builds; file provisional Indian patents on volumetric neural depth rendering.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★ Months 7 – 12: Closed Beta &amp; 1,000 Creators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Deploy beta testing to 1,000+ video editors across Karnataka &amp; India; validate stability and benchmark 4K FPS.</a:t>
            </a:r>
          </a:p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★ Months 13 – 18: Commercial SaaS Launch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Launch commercial marketplace and SaaS tier; onboard 50+ studios and achieve ₹50L+ annualized run-rate (ARR).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97135" cy="5212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300" b="1">
                <a:solidFill>
                  <a:srgbClr val="2563EB"/>
                </a:solidFill>
              </a:defRPr>
            </a:pPr>
            <a:r>
              <a:t>HRL INTERNATIONAL PRIVATE LIMITED</a:t>
            </a:r>
          </a:p>
          <a:p>
            <a:pPr algn="ctr">
              <a:spcAft>
                <a:spcPts val="1000"/>
              </a:spcAft>
              <a:defRPr sz="2600" b="1">
                <a:solidFill>
                  <a:srgbClr val="0F172A"/>
                </a:solidFill>
              </a:defRPr>
            </a:pPr>
            <a:r>
              <a:t>Building India's Sovereign Deep-Tech Media Infrastructure</a:t>
            </a:r>
          </a:p>
          <a:p>
            <a:pPr algn="ctr">
              <a:spcAft>
                <a:spcPts val="2000"/>
              </a:spcAft>
              <a:defRPr sz="1400" i="1">
                <a:solidFill>
                  <a:srgbClr val="4F46E5"/>
                </a:solidFill>
              </a:defRPr>
            </a:pPr>
            <a:r>
              <a:t>"We Can Do Everything Related To Software Sector Without Any Excuses!"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377440"/>
            <a:ext cx="67052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</a:defRPr>
            </a:pPr>
            <a:r>
              <a:t>FOUNDER &amp; CONTACT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Pavan Kumar Sadashiv</a:t>
            </a:r>
            <a:br/>
            <a:r>
              <a:t>Founder &amp; Managing Director</a:t>
            </a:r>
            <a:br/>
            <a:r>
              <a:t>Email: hrlinternationalprivatelimited@gmail.com</a:t>
            </a:r>
            <a:br/>
            <a:r>
              <a:t>Direct: pavankcet@gmail.com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74320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</a:defRPr>
            </a:pPr>
            <a:r>
              <a:t>REGISTERED OFFICE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HRL International Private Limited</a:t>
            </a:r>
            <a:br/>
            <a:r>
              <a:t>Mangaluru (Mangalore), 575007</a:t>
            </a:r>
            <a:br/>
            <a:r>
              <a:t>Dakshina Kannada, Karnataka</a:t>
            </a:r>
            <a:br/>
            <a:r>
              <a:t>Beyond Bengaluru Tier-2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74320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</a:defRPr>
            </a:pPr>
            <a:r>
              <a:t>WEB &amp; REPOSITORIES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Platform: hrl-brand-seo.vercel.app</a:t>
            </a:r>
            <a:br/>
            <a:r>
              <a:t>Website: hrlpavan.github.io/hrl-international-website-/</a:t>
            </a:r>
            <a:br/>
            <a:r>
              <a:t>GitHub: github.com/hrlpavan</a:t>
            </a:r>
            <a:br/>
            <a:r>
              <a:t>Showcase: 4K 60FPS Video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