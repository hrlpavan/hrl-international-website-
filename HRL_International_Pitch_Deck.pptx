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DEEP-TECH &amp; AVGC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</a:defRPr>
            </a:pPr>
            <a:r>
              <a:t>HRL International Private Limited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Democratizing cinema-grade visual computing and autonomous AI post-production for millions of creators.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38912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FOUNDER &amp; ARCHITECT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Pavan Kumar Sadashiv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B.E. CSE (AI &amp; ML) • Mangaluru, Karnataka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20624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38912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59669"/>
                </a:solidFill>
              </a:defRPr>
            </a:pPr>
            <a:r>
              <a:t>KEY VALIDATION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2.5M+ Organic Reach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Certified by Blackmagic Design, JPMorgan &amp; Deloitte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0624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38912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7C3AED"/>
                </a:solidFill>
              </a:defRPr>
            </a:pPr>
            <a:r>
              <a:t>TARGET GRANT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GENESIS EIR / ELEVATE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Seed Funding for GPU R&amp;D &amp; Patent Filings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Problem We Are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Three critical bottlenecks stopping creators from producing broadcast-grade cinema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914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₹30K+ License Barrier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38328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Studio-grade VFX plugins cost ₹30,000–₹1,00,000 per seat.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Locks out 95% of indie creators, students, and regional studios.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Creates heavy reliance on pirated or outdated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914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4K Video Compression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38328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Mainstream pipelines compress 4K 60FPS video heavily.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Causes motion artifacts, color banding, and sensor detail loss.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Lack of accessible 12-bit uncompressed DPX frame renderers.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914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Disconnected AI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38328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566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Most AI tools are slow, standalone web wrappers with cloud lag.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No native integration inside DaVinci Resolve or Adobe Premiere.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</a:defRPr>
            </a:pPr>
            <a:r>
              <a:t>• Forces tedious multi-step export and upload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Our Proprietary Product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Native GPU-accelerated tools built for local execution without cloud 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34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DAVINCI RESOLVE OPENFX PLUGIN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AI Cinematic Haze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0175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Native C++ / Apple Metal / CUDA GPU compute.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Embedded neural depth AI for real-time volumetric haze.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Preserves 12-bit uncompressed DPX sensor dynamic range.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100% on-device execution with zero cloud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INSTITUTIONAL OPTIMIZATION 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InvigiMatrix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0175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Combinatorial NP-hard CSP backtracking solver.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AI/ML Smart Batch Planner with dynamic K-Means (k=3).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Zero-framework native Node.js + SQLite ACID transactions.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Live institutional deployment at Sahyadri College (SCEM).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2834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AUTONOMOUS MEDIA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OmniTransform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0175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Sub-75ms streaming neural voice AI synthesis.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Autonomous multi-agent workflows for media syndication.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High-throughput distributed stream architecture.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Built-in client-side code security and anti-tamper shields.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TRACTION &amp;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Proven Traction &amp; Real-World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Demonstrated user engagement, live deployment, and accredited engineering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64592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59669"/>
                </a:solidFill>
              </a:defRPr>
            </a:pPr>
            <a:r>
              <a:t>2.5M+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031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Organic Creator Impressions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Driven across active creative channels (@hrlpremiumstudio, @hrlefx) with proven viral retention.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164592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031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Institutional Users Deployed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Live exam scheduling and batch allocation solver deployed and running at Sahyadri College (SCEM).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164592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7C3AED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3891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Certified Technical Standards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Certified by Blackmagic Design (DaVinci Resolve), JPMorgan Chase (Systems), and Deloitte (Cyber).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114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389120"/>
            <a:ext cx="164592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D97706"/>
                </a:solidFill>
              </a:defRPr>
            </a:pPr>
            <a:r>
              <a:t>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3891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Cloud Rendering Latency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100% on-device GPU acceleration delivering real-time 4K 60FPS execution with zero server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MARKET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Market Opportunity — Sizing &amp;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Positioned at the intersection of the creator economy and high-growth Indian AVGC.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11680"/>
            <a:ext cx="8229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$250 Billion+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Global Creator &amp; Video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4747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50M+ digital content creators worldwide.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$40B+ post-production &amp; plugin software sector.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Surge in demand for 4K 60FPS cinematic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011680"/>
            <a:ext cx="82296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$4.2 Billion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Indian AVGC &amp; Media Sector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4747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India's Animation, VFX &amp; Gaming ecosystem.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1.5M+ active Indian digital video creators.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Rapidly expanding OTT and digital ad production.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2011680"/>
            <a:ext cx="8229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₹120 Crore</a:t>
            </a:r>
          </a:p>
          <a:p>
            <a:pPr>
              <a:defRPr sz="1100" b="1">
                <a:solidFill>
                  <a:srgbClr val="7C3AED"/>
                </a:solidFill>
              </a:defRPr>
            </a:pPr>
            <a:r>
              <a:t>36-Month Addressable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4747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65760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Targeting 50,000+ indie editors &amp; studios in India.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Disruptive ₹499–₹2,499/mo accessible pricing.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• 15%+ annual adoption in Tier-1 &amp; Tier-2 hubs.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Commercial Business &amp; 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multi-tiered monetization strategy capturing individual creators and enterprise studios.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34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ONE-TIME ASSET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Direct Plugin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0175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Affordable perpetual licenses for DaVinci Resolve &amp; After Effects OFX plugins.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Priced at ₹1,499 – ₹4,999 (vs. ₹30,000+ foreign suites).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Targeting freelance video editors and creators.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High gross margin (&gt;90%) digital software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7C3AED"/>
                </a:solidFill>
              </a:defRPr>
            </a:pPr>
            <a:r>
              <a:t>RECURRING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Creator All-Access SaaS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0175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Monthly (₹499/mo) and Annual (₹4,999/yr) plans.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Unlimited access to new VFX packs and neural AI tools.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Predictable recurring MRR and high lifetime value.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Continuous automated preset &amp; model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2834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STUDIO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Enterprise B2B Retainers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017520"/>
            <a:ext cx="2834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Custom OFX pipeline builds for film &amp; ad production.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Viral media syndication contracts (@hrlflix).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Enterprise software licensing for media academies.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t>✔  Bespoke algorithmic optimization solvers.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Competitive Moat — Defensible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Core structural advantages that cannot be easily replicated by web apps or legacy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Native GPU vs. Slow Cloud Wrappers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Direct Metal/CUDA execution on user hardware. 0ms latency, zero cloud operational bills, and instant scrubbing.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59669"/>
                </a:solidFill>
              </a:defRPr>
            </a:pPr>
            <a:r>
              <a:t>Certified Hollywood Color Science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Blackmagic Design certified color science preserving 12-bit DPX sensor data with ACEScc dynamic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High-Velocity Zero-Bloat Architecture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Proprietary C++ engines &amp; ACID-safe backends built in-house for maximum throughput without third-party bloat.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38912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</a:defRPr>
            </a:pPr>
            <a:r>
              <a:t>Zero-CAC Creator Distribution Flywheel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2.5M+ active viewer network providing instant viral distribution and real-time product feedback loops.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Founder &amp; Leadership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Combining deep algorithmic systems engineering with certified media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1148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5661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FOUNDER &amp; MANAGING DIRECTOR</a:t>
            </a:r>
          </a:p>
          <a:p>
            <a:pPr>
              <a:spcAft>
                <a:spcPts val="1200"/>
              </a:spcAft>
              <a:defRPr sz="2200" b="1">
                <a:solidFill>
                  <a:srgbClr val="0F172A"/>
                </a:solidFill>
              </a:defRPr>
            </a:pPr>
            <a:r>
              <a:t>Pavan Kumar Sadashiv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B.E. Computer Science &amp; Engg (AI &amp; ML) — Sahyadri College (SCEM), Mangaluru.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AI Systems Chief Architect &amp; Full-Stack Systems Engineer.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Specialized in low-level GPU compute (C++, Metal, CUDA), discrete optimization, and AI agents.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Tier-2 Hub: Mangaluru, Karnataka (Beyond Bengaluru Hub).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828800"/>
            <a:ext cx="60350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201168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Blackmagic Design — Certified User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Validated mastery of Hollywood ACEScc color science, node graphs, and DaVinci Resolve OFX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337560"/>
            <a:ext cx="60350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520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C3AED"/>
                </a:solidFill>
              </a:defRPr>
            </a:pPr>
            <a:r>
              <a:t>JPMorgan Chase &amp; Co. — Software Engineering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Accreditation in Kafka distributed streaming, low-latency API design, and transaction integrity.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846320"/>
            <a:ext cx="60350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502920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9669"/>
                </a:solidFill>
              </a:defRPr>
            </a:pPr>
            <a:r>
              <a:t>Deloitte Australia — Cyber Defense &amp; Governance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Accreditation in enterprise threat modeling, perimeter defense, and IP access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FUNDING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Fund Utilization &amp; Milestone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Targeting ₹20L – ₹50L non-dilutive grant support (GENESIS EIR / ELEVATE / SISFS).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BUDGET ALLOCATION (₹50 LAKHS)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40%  •  Core R&amp;D &amp; Plugin Engineering (₹20,00,000)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DaVinci Resolve OFX C++/CUDA engine &amp; ONNX depth AI.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30%  •  GPU Hardware &amp; Compute Lab (₹15,00,000)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Dedicated testbeds for real-time 4K 60FPS optimization.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10%  •  IP, Patents &amp; Trademark Filings (₹5,00,000)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Indian Patent Office (IPO) filings &amp; international IP protection.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20%  •  Pilot Trials &amp; Market Launch (₹10,00,000)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Beta onboarding across Karnataka and production studios.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7C3AED"/>
                </a:solidFill>
              </a:defRPr>
            </a:pPr>
            <a:r>
              <a:t>18-MONTH EXECUTION ROADMAP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★  Months 1 – 6: Alpha Engine &amp; Indian Patent Filing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Complete C++/CUDA OFX plugin builds; file provisional patents on neural depth VFX.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★  Months 7 – 12: Closed Beta (1,000+ Creators)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Deploy beta testing to video editors across Karnataka; benchmark real-time 4K FPS.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★  Months 13 – 18: Commercial Marketplace &amp; SaaS Launch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Launch commercial SaaS tier; onboard 50+ studios &amp; achieve ₹50L+ ARR.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0515600" cy="5577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97840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HRL INTERNATIONAL PRIVATE LIMITED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0F172A"/>
                </a:solidFill>
              </a:defRPr>
            </a:pPr>
            <a:r>
              <a:t>Democratizing Cinema-Grade Visual Computing</a:t>
            </a:r>
          </a:p>
          <a:p>
            <a:pPr algn="ctr">
              <a:spcAft>
                <a:spcPts val="2400"/>
              </a:spcAft>
              <a:defRPr sz="1400" i="1">
                <a:solidFill>
                  <a:srgbClr val="7C3AED"/>
                </a:solidFill>
              </a:defRPr>
            </a:pPr>
            <a:r>
              <a:t>"We Can Do Everything Related To Software Sector Without Any Excuses!"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FOUNDER &amp; CONTACT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Pavan Kumar Sadashiv</a:t>
            </a:r>
            <a:br/>
            <a:r>
              <a:t>Founder &amp; Managing Director</a:t>
            </a:r>
            <a:br/>
            <a:r>
              <a:t>Email: hrlinternationalprivatelimited@gmail.com</a:t>
            </a:r>
            <a:br/>
            <a:r>
              <a:t>Direct: pavankcet@gmail.com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1089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REGISTERED OFFICE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HRL International Private Limited</a:t>
            </a:r>
            <a:br/>
            <a:r>
              <a:t>Mangaluru, Karnataka - 575007</a:t>
            </a:r>
            <a:br/>
            <a:r>
              <a:t>Beyond Bengaluru Tier-2 Hub</a:t>
            </a:r>
            <a:br/>
            <a:r>
              <a:t>Make In India Deep-Tech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1089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WEB &amp; REPOSITORIES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Platform: hrl-brand-seo.vercel.app</a:t>
            </a:r>
            <a:br/>
            <a:r>
              <a:t>Website: hrlpavan.github.io/hrl-international-website-/</a:t>
            </a:r>
            <a:br/>
            <a:r>
              <a:t>GitHub: github.com/hrlpavan</a:t>
            </a:r>
            <a:br/>
            <a:r>
              <a:t>Showcase: 4K 60FPS Video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